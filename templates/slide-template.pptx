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Satisfy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FCA086-5CFC-435C-A6E2-8D1F34FBDBA7}">
  <a:tblStyle styleId="{B8FCA086-5CFC-435C-A6E2-8D1F34FBDBA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2" Type="http://schemas.openxmlformats.org/officeDocument/2006/relationships/font" Target="fonts/Satisf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0" y="0"/>
            <a:ext cx="9144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29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Satisfy"/>
              <a:buNone/>
            </a:pPr>
            <a:r>
              <a:rPr b="0" i="0" lang="en" sz="4800" u="none" cap="none" strike="noStrike">
                <a:solidFill>
                  <a:srgbClr val="FFFFFF"/>
                </a:solidFill>
                <a:latin typeface="Satisfy"/>
                <a:ea typeface="Satisfy"/>
                <a:cs typeface="Satisfy"/>
                <a:sym typeface="Satisfy"/>
              </a:rPr>
              <a:t>{{student-name}}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mages/placeholder_photo.png"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234440"/>
            <a:ext cx="3108960" cy="26746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6035040" y="1440180"/>
            <a:ext cx="301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36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{{grade}}th Grade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6433158" y="4576776"/>
            <a:ext cx="23670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636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Roboto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{{branch-name}}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" name="Google Shape;60;p14"/>
          <p:cNvGraphicFramePr/>
          <p:nvPr/>
        </p:nvGraphicFramePr>
        <p:xfrm>
          <a:off x="3200400" y="231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{B8FCA086-5CFC-435C-A6E2-8D1F34FBDBA7}</a:tableStyleId>
              </a:tblPr>
              <a:tblGrid>
                <a:gridCol w="2743200"/>
                <a:gridCol w="27432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" sz="1600" u="none" cap="none" strike="noStrike">
                          <a:solidFill>
                            <a:schemeClr val="lt1"/>
                          </a:solidFill>
                        </a:rPr>
                        <a:t>{{competition}}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C540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" sz="1600" u="none" cap="none" strike="noStrike">
                          <a:solidFill>
                            <a:srgbClr val="8BC540"/>
                          </a:solidFill>
                        </a:rPr>
                        <a:t>{{award}}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